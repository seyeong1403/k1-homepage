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3"/>
  </p:notesMasterIdLst>
  <p:sldIdLst>
    <p:sldId id="272" r:id="rId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A2F"/>
    <a:srgbClr val="88ACFC"/>
    <a:srgbClr val="F4F6F9"/>
    <a:srgbClr val="0000FF"/>
    <a:srgbClr val="E837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TxStyle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TxStyle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0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A4BC1-FBE0-4D23-92CA-57D8EA5B9CCE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BE79D-1055-4791-9ECC-853AD7B3E9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04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72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88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89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51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52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096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86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00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27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0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26ECC-7AB8-42D3-AFDD-BCD1D3BAEA3B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46941-0221-4398-9AB9-989A0FAF8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14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23575-881F-CB4A-DC91-7209E1DC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AAEC61-27CF-B90B-1F87-C2330B6D936C}"/>
              </a:ext>
            </a:extLst>
          </p:cNvPr>
          <p:cNvSpPr txBox="1"/>
          <p:nvPr/>
        </p:nvSpPr>
        <p:spPr>
          <a:xfrm>
            <a:off x="3911625" y="1441061"/>
            <a:ext cx="3744537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 err="1"/>
              <a:t>케이원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Offshore &amp; Technical Support</a:t>
            </a:r>
            <a:endParaRPr lang="ko-KR" altLang="en-US" sz="1600" b="1" dirty="0"/>
          </a:p>
          <a:p>
            <a:pPr algn="ctr"/>
            <a:endParaRPr lang="en-US" altLang="ko-KR" sz="1600" b="1" dirty="0">
              <a:latin typeface="+mn-ea"/>
            </a:endParaRPr>
          </a:p>
          <a:p>
            <a:pPr algn="ctr"/>
            <a:r>
              <a:rPr lang="en-US" altLang="ko-KR" sz="1600" b="1" dirty="0">
                <a:latin typeface="+mn-ea"/>
              </a:rPr>
              <a:t>Global Engineering and</a:t>
            </a:r>
          </a:p>
          <a:p>
            <a:pPr algn="ctr"/>
            <a:r>
              <a:rPr lang="en-US" altLang="ko-KR" sz="1600" b="1" dirty="0">
                <a:latin typeface="+mn-ea"/>
              </a:rPr>
              <a:t>Field-Oriented Technical Partner</a:t>
            </a:r>
          </a:p>
          <a:p>
            <a:pPr algn="ctr"/>
            <a:r>
              <a:rPr lang="ko-KR" altLang="en-US" sz="1400" b="1" dirty="0">
                <a:latin typeface="+mn-ea"/>
              </a:rPr>
              <a:t>기술과 운영을 연결하는 역량</a:t>
            </a:r>
            <a:r>
              <a:rPr lang="en-US" altLang="ko-KR" sz="1400" b="1" dirty="0">
                <a:latin typeface="+mn-ea"/>
              </a:rPr>
              <a:t>,</a:t>
            </a:r>
          </a:p>
          <a:p>
            <a:pPr algn="ctr"/>
            <a:r>
              <a:rPr lang="ko-KR" altLang="en-US" sz="1400" b="1" dirty="0">
                <a:latin typeface="+mn-ea"/>
              </a:rPr>
              <a:t>프로젝트 수행의 안정적인 중심</a:t>
            </a:r>
            <a:endParaRPr lang="en-US" altLang="ko-KR" sz="1400" b="1" dirty="0">
              <a:latin typeface="+mn-ea"/>
            </a:endParaRPr>
          </a:p>
          <a:p>
            <a:pPr algn="ctr"/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케이원은 축적된 기술력과 현장 경험을 바탕으로</a:t>
            </a:r>
            <a:br>
              <a:rPr lang="ko-KR" altLang="en-US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고객의 프로젝트를 안정적으로 지원합니다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algn="ctr"/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케이원은 현장의 흐름을 이해하고</a:t>
            </a:r>
            <a:r>
              <a:rPr lang="en-US" altLang="ko-KR" sz="1200" b="1" dirty="0">
                <a:latin typeface="+mn-ea"/>
              </a:rPr>
              <a:t>,</a:t>
            </a:r>
            <a:br>
              <a:rPr lang="en-US" altLang="ko-KR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고객이 필요로 하는 순간의 시작부터 완료까지 가장 가까운 곳에서 사람과 기술을 연결하고 있습니다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algn="ctr"/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글로벌 조선 산업의 흐름 속에서</a:t>
            </a:r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케이원은 친환경</a:t>
            </a:r>
            <a:r>
              <a:rPr lang="en-US" altLang="ko-KR" sz="1200" b="1" dirty="0">
                <a:latin typeface="+mn-ea"/>
              </a:rPr>
              <a:t>·</a:t>
            </a:r>
            <a:r>
              <a:rPr lang="ko-KR" altLang="en-US" sz="1200" b="1" dirty="0">
                <a:latin typeface="+mn-ea"/>
              </a:rPr>
              <a:t>고효율 기술 흐름에 대응하며</a:t>
            </a:r>
            <a:r>
              <a:rPr lang="en-US" altLang="ko-KR" sz="1200" b="1" dirty="0">
                <a:latin typeface="+mn-ea"/>
              </a:rPr>
              <a:t>,</a:t>
            </a:r>
          </a:p>
          <a:p>
            <a:pPr algn="ctr"/>
            <a:r>
              <a:rPr lang="ko-KR" altLang="en-US" sz="1200" b="1" dirty="0">
                <a:latin typeface="+mn-ea"/>
              </a:rPr>
              <a:t>신뢰할 수 있는 엔지니어링 파트너로 나아갑니다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algn="ctr"/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케이원은 오늘의 현장을 움직이는 힘으로</a:t>
            </a:r>
            <a:r>
              <a:rPr lang="en-US" altLang="ko-KR" sz="1200" b="1" dirty="0">
                <a:latin typeface="+mn-ea"/>
              </a:rPr>
              <a:t>,</a:t>
            </a:r>
            <a:br>
              <a:rPr lang="en-US" altLang="ko-KR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더 나은 산업의 내일을 함께 만들어갑니다</a:t>
            </a:r>
            <a:r>
              <a:rPr lang="en-US" altLang="ko-KR" sz="1200" b="1" dirty="0">
                <a:latin typeface="+mn-ea"/>
              </a:rPr>
              <a:t>.</a:t>
            </a:r>
            <a:endParaRPr lang="en-US" altLang="ko-KR" sz="1100" b="1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2BC8B-E4BE-45FC-794A-2E34B79B8B56}"/>
              </a:ext>
            </a:extLst>
          </p:cNvPr>
          <p:cNvSpPr txBox="1"/>
          <p:nvPr/>
        </p:nvSpPr>
        <p:spPr>
          <a:xfrm>
            <a:off x="7804274" y="1440096"/>
            <a:ext cx="432497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 err="1"/>
              <a:t>케이원오션</a:t>
            </a:r>
            <a:endParaRPr lang="en-US" altLang="ko-KR" sz="1600" b="1" dirty="0"/>
          </a:p>
          <a:p>
            <a:pPr algn="ctr"/>
            <a:r>
              <a:rPr lang="en-US" altLang="ko-KR" sz="1600" b="1" dirty="0"/>
              <a:t>Marine Service</a:t>
            </a:r>
            <a:endParaRPr lang="ko-KR" altLang="en-US" sz="1600" b="1" dirty="0"/>
          </a:p>
          <a:p>
            <a:pPr algn="ctr">
              <a:buNone/>
            </a:pPr>
            <a:endParaRPr lang="en-US" altLang="ko-KR" sz="1600" b="1" dirty="0">
              <a:latin typeface="+mn-ea"/>
            </a:endParaRPr>
          </a:p>
          <a:p>
            <a:pPr algn="ctr">
              <a:buNone/>
            </a:pPr>
            <a:r>
              <a:rPr lang="en-US" altLang="ko-KR" sz="1600" b="1" dirty="0">
                <a:latin typeface="+mn-ea"/>
              </a:rPr>
              <a:t>Technical Support for Commercial Vessels</a:t>
            </a:r>
          </a:p>
          <a:p>
            <a:pPr algn="ctr">
              <a:buNone/>
            </a:pPr>
            <a:r>
              <a:rPr lang="en-US" altLang="ko-KR" sz="1600" b="1" dirty="0">
                <a:latin typeface="+mn-ea"/>
              </a:rPr>
              <a:t>Marine Project Partner</a:t>
            </a:r>
          </a:p>
          <a:p>
            <a:pPr algn="ctr">
              <a:buNone/>
            </a:pPr>
            <a:r>
              <a:rPr lang="ko-KR" altLang="en-US" sz="1400" b="1" dirty="0">
                <a:latin typeface="+mn-ea"/>
              </a:rPr>
              <a:t>현장의 흐름을 이끄는 실행력으로</a:t>
            </a:r>
            <a:endParaRPr lang="en-US" altLang="ko-KR" sz="1400" b="1" dirty="0">
              <a:latin typeface="+mn-ea"/>
            </a:endParaRPr>
          </a:p>
          <a:p>
            <a:pPr algn="ctr">
              <a:buNone/>
            </a:pPr>
            <a:r>
              <a:rPr lang="ko-KR" altLang="en-US" sz="1400" b="1" dirty="0">
                <a:latin typeface="+mn-ea"/>
              </a:rPr>
              <a:t>시작부터 마무리까지 완벽한 동반자</a:t>
            </a:r>
            <a:endParaRPr lang="en-US" altLang="ko-KR" sz="1400" b="1" dirty="0">
              <a:latin typeface="+mn-ea"/>
            </a:endParaRPr>
          </a:p>
          <a:p>
            <a:pPr algn="ctr">
              <a:buNone/>
            </a:pPr>
            <a:endParaRPr lang="en-US" altLang="ko-KR" sz="1400" b="1" dirty="0">
              <a:latin typeface="+mn-ea"/>
            </a:endParaRPr>
          </a:p>
          <a:p>
            <a:pPr algn="ctr">
              <a:buNone/>
            </a:pPr>
            <a:r>
              <a:rPr lang="ko-KR" altLang="en-US" sz="1200" b="1" dirty="0" err="1">
                <a:latin typeface="+mn-ea"/>
              </a:rPr>
              <a:t>케이원오션은</a:t>
            </a:r>
            <a:r>
              <a:rPr lang="ko-KR" altLang="en-US" sz="1200" b="1" dirty="0">
                <a:latin typeface="+mn-ea"/>
              </a:rPr>
              <a:t> 조선</a:t>
            </a:r>
            <a:r>
              <a:rPr lang="en-US" altLang="ko-KR" sz="1200" b="1" dirty="0">
                <a:latin typeface="+mn-ea"/>
              </a:rPr>
              <a:t>·</a:t>
            </a:r>
            <a:r>
              <a:rPr lang="ko-KR" altLang="en-US" sz="1200" b="1" dirty="0">
                <a:latin typeface="+mn-ea"/>
              </a:rPr>
              <a:t>선박 프로젝트에 필요한 기술지원과 현장 대응 서비스를 제공합니다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algn="ctr">
              <a:buNone/>
            </a:pPr>
            <a:endParaRPr lang="en-US" altLang="ko-KR" sz="1200" b="1" dirty="0">
              <a:latin typeface="+mn-ea"/>
            </a:endParaRPr>
          </a:p>
          <a:p>
            <a:pPr algn="ctr">
              <a:buNone/>
            </a:pPr>
            <a:r>
              <a:rPr lang="ko-KR" altLang="en-US" sz="1200" b="1" dirty="0">
                <a:latin typeface="+mn-ea"/>
              </a:rPr>
              <a:t>선박의 다양한 공정과 기술 요구에 맞춰</a:t>
            </a:r>
            <a:endParaRPr lang="en-US" altLang="ko-KR" sz="1200" b="1" dirty="0">
              <a:latin typeface="+mn-ea"/>
            </a:endParaRPr>
          </a:p>
          <a:p>
            <a:pPr algn="ctr">
              <a:buNone/>
            </a:pPr>
            <a:r>
              <a:rPr lang="ko-KR" altLang="en-US" sz="1200" b="1" dirty="0">
                <a:latin typeface="+mn-ea"/>
              </a:rPr>
              <a:t>정확하고 안정적인 지원을 수행하며</a:t>
            </a:r>
            <a:r>
              <a:rPr lang="en-US" altLang="ko-KR" sz="1200" b="1" dirty="0">
                <a:latin typeface="+mn-ea"/>
              </a:rPr>
              <a:t>,</a:t>
            </a:r>
            <a:br>
              <a:rPr lang="en-US" altLang="ko-KR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프로젝트의 원활한 마무리까지 함께합니다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 algn="ctr">
              <a:buNone/>
            </a:pPr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 err="1">
                <a:latin typeface="+mn-ea"/>
              </a:rPr>
              <a:t>케이원오션은</a:t>
            </a:r>
            <a:r>
              <a:rPr lang="ko-KR" altLang="en-US" sz="1200" b="1" dirty="0">
                <a:latin typeface="+mn-ea"/>
              </a:rPr>
              <a:t> 해양플랜트와 에너지 산업의 빠른 변화 속에서</a:t>
            </a:r>
            <a:r>
              <a:rPr lang="en-US" altLang="ko-KR" sz="1200" b="1" dirty="0">
                <a:latin typeface="+mn-ea"/>
              </a:rPr>
              <a:t>,</a:t>
            </a:r>
            <a:r>
              <a:rPr lang="ko-KR" altLang="en-US" sz="1200" b="1" dirty="0">
                <a:latin typeface="+mn-ea"/>
              </a:rPr>
              <a:t> 기술의 전문성과 풍부한 현장 경험을 바탕으로</a:t>
            </a:r>
            <a:br>
              <a:rPr lang="ko-KR" altLang="en-US" sz="1200" b="1" dirty="0">
                <a:latin typeface="+mn-ea"/>
              </a:rPr>
            </a:br>
            <a:r>
              <a:rPr lang="ko-KR" altLang="en-US" sz="1200" b="1" dirty="0">
                <a:latin typeface="+mn-ea"/>
              </a:rPr>
              <a:t>더 안전하고 효율적인 파트너가 되겠습니다</a:t>
            </a:r>
            <a:r>
              <a:rPr lang="en-US" altLang="ko-KR" sz="12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097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155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미니멜츠 웹 레퍼런스 제안</dc:title>
  <dc:creator>mycom</dc:creator>
  <cp:lastModifiedBy>PC</cp:lastModifiedBy>
  <cp:revision>168</cp:revision>
  <cp:lastPrinted>2026-06-19T00:07:01Z</cp:lastPrinted>
  <dcterms:created xsi:type="dcterms:W3CDTF">2023-03-10T06:37:57Z</dcterms:created>
  <dcterms:modified xsi:type="dcterms:W3CDTF">2026-07-13T02:29:53Z</dcterms:modified>
  <cp:version>1000.0000.01</cp:version>
</cp:coreProperties>
</file>